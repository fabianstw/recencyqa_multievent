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4" r:id="rId3"/>
    <p:sldId id="286" r:id="rId4"/>
    <p:sldId id="282" r:id="rId5"/>
    <p:sldId id="283" r:id="rId6"/>
    <p:sldId id="266" r:id="rId7"/>
  </p:sldIdLst>
  <p:sldSz cx="12192000" cy="6858000"/>
  <p:notesSz cx="6858000" cy="9144000"/>
  <p:custDataLst>
    <p:tags r:id="rId1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pqNaG+RC56AwOCMSj2yNYu2z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99"/>
  </p:normalViewPr>
  <p:slideViewPr>
    <p:cSldViewPr snapToGrid="0">
      <p:cViewPr varScale="1">
        <p:scale>
          <a:sx n="101" d="100"/>
          <a:sy n="101" d="100"/>
        </p:scale>
        <p:origin x="936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3" Type="http://schemas.microsoft.com/office/2016/11/relationships/changesInfo" Target="changesInfos/changesInfo1.xml"/><Relationship Id="rId10" Type="http://schemas.openxmlformats.org/officeDocument/2006/relationships/tags" Target="tags/tag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Stiewe" userId="0ad49742f936a350" providerId="LiveId" clId="{3EEDD559-442E-EA47-AB3A-14339A053DA6}"/>
    <pc:docChg chg="custSel modSld">
      <pc:chgData name="Fabian Stiewe" userId="0ad49742f936a350" providerId="LiveId" clId="{3EEDD559-442E-EA47-AB3A-14339A053DA6}" dt="2025-11-14T06:32:04.478" v="8" actId="20577"/>
      <pc:docMkLst>
        <pc:docMk/>
      </pc:docMkLst>
      <pc:sldChg chg="delSp mod">
        <pc:chgData name="Fabian Stiewe" userId="0ad49742f936a350" providerId="LiveId" clId="{3EEDD559-442E-EA47-AB3A-14339A053DA6}" dt="2025-11-14T06:31:25.113" v="3" actId="478"/>
        <pc:sldMkLst>
          <pc:docMk/>
          <pc:sldMk cId="0" sldId="266"/>
        </pc:sldMkLst>
        <pc:spChg chg="del">
          <ac:chgData name="Fabian Stiewe" userId="0ad49742f936a350" providerId="LiveId" clId="{3EEDD559-442E-EA47-AB3A-14339A053DA6}" dt="2025-11-14T06:31:25.113" v="3" actId="478"/>
          <ac:spMkLst>
            <pc:docMk/>
            <pc:sldMk cId="0" sldId="266"/>
            <ac:spMk id="157" creationId="{00000000-0000-0000-0000-000000000000}"/>
          </ac:spMkLst>
        </pc:spChg>
      </pc:sldChg>
      <pc:sldChg chg="delSp mod">
        <pc:chgData name="Fabian Stiewe" userId="0ad49742f936a350" providerId="LiveId" clId="{3EEDD559-442E-EA47-AB3A-14339A053DA6}" dt="2025-11-14T06:31:16.076" v="0" actId="478"/>
        <pc:sldMkLst>
          <pc:docMk/>
          <pc:sldMk cId="3718797627" sldId="282"/>
        </pc:sldMkLst>
        <pc:spChg chg="del">
          <ac:chgData name="Fabian Stiewe" userId="0ad49742f936a350" providerId="LiveId" clId="{3EEDD559-442E-EA47-AB3A-14339A053DA6}" dt="2025-11-14T06:31:16.076" v="0" actId="478"/>
          <ac:spMkLst>
            <pc:docMk/>
            <pc:sldMk cId="3718797627" sldId="282"/>
            <ac:spMk id="6" creationId="{AA41D2BE-A128-E34D-6064-81C5FF2B91FD}"/>
          </ac:spMkLst>
        </pc:spChg>
      </pc:sldChg>
      <pc:sldChg chg="delSp modSp mod">
        <pc:chgData name="Fabian Stiewe" userId="0ad49742f936a350" providerId="LiveId" clId="{3EEDD559-442E-EA47-AB3A-14339A053DA6}" dt="2025-11-14T06:31:21.975" v="2" actId="478"/>
        <pc:sldMkLst>
          <pc:docMk/>
          <pc:sldMk cId="1279758690" sldId="283"/>
        </pc:sldMkLst>
        <pc:spChg chg="del mod">
          <ac:chgData name="Fabian Stiewe" userId="0ad49742f936a350" providerId="LiveId" clId="{3EEDD559-442E-EA47-AB3A-14339A053DA6}" dt="2025-11-14T06:31:21.975" v="2" actId="478"/>
          <ac:spMkLst>
            <pc:docMk/>
            <pc:sldMk cId="1279758690" sldId="283"/>
            <ac:spMk id="6" creationId="{DC49F7DD-0C67-7C20-EBDD-E181DA1B3DCD}"/>
          </ac:spMkLst>
        </pc:spChg>
      </pc:sldChg>
      <pc:sldChg chg="delSp modSp mod">
        <pc:chgData name="Fabian Stiewe" userId="0ad49742f936a350" providerId="LiveId" clId="{3EEDD559-442E-EA47-AB3A-14339A053DA6}" dt="2025-11-14T06:32:04.478" v="8" actId="20577"/>
        <pc:sldMkLst>
          <pc:docMk/>
          <pc:sldMk cId="1342985379" sldId="284"/>
        </pc:sldMkLst>
        <pc:spChg chg="mod">
          <ac:chgData name="Fabian Stiewe" userId="0ad49742f936a350" providerId="LiveId" clId="{3EEDD559-442E-EA47-AB3A-14339A053DA6}" dt="2025-11-14T06:32:04.478" v="8" actId="20577"/>
          <ac:spMkLst>
            <pc:docMk/>
            <pc:sldMk cId="1342985379" sldId="284"/>
            <ac:spMk id="2" creationId="{D00DD17F-E258-640D-A821-E9CD05EB9310}"/>
          </ac:spMkLst>
        </pc:spChg>
        <pc:spChg chg="del">
          <ac:chgData name="Fabian Stiewe" userId="0ad49742f936a350" providerId="LiveId" clId="{3EEDD559-442E-EA47-AB3A-14339A053DA6}" dt="2025-11-14T06:31:34.944" v="5" actId="478"/>
          <ac:spMkLst>
            <pc:docMk/>
            <pc:sldMk cId="1342985379" sldId="284"/>
            <ac:spMk id="5" creationId="{AF772B8A-3944-D1A5-AB17-099B4114F016}"/>
          </ac:spMkLst>
        </pc:spChg>
      </pc:sldChg>
      <pc:sldChg chg="delSp mod">
        <pc:chgData name="Fabian Stiewe" userId="0ad49742f936a350" providerId="LiveId" clId="{3EEDD559-442E-EA47-AB3A-14339A053DA6}" dt="2025-11-14T06:31:30.858" v="4" actId="478"/>
        <pc:sldMkLst>
          <pc:docMk/>
          <pc:sldMk cId="615348299" sldId="286"/>
        </pc:sldMkLst>
        <pc:spChg chg="del">
          <ac:chgData name="Fabian Stiewe" userId="0ad49742f936a350" providerId="LiveId" clId="{3EEDD559-442E-EA47-AB3A-14339A053DA6}" dt="2025-11-14T06:31:30.858" v="4" actId="478"/>
          <ac:spMkLst>
            <pc:docMk/>
            <pc:sldMk cId="615348299" sldId="286"/>
            <ac:spMk id="6" creationId="{7DE94CF1-22E7-9916-9393-1E5ABB6429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B9DD50A-B35C-24B3-1D60-D2A6E6563E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373004-DF70-F634-3061-ECB8CB785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AAE17-292B-40FA-8691-962AFFA4433D}" type="datetimeFigureOut">
              <a:rPr lang="de-DE" smtClean="0"/>
              <a:t>14.11.25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6427CC-6190-70A1-3537-62D7D3BBCA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30B2D8-23B3-8755-C4C2-BE91028C01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AE938-9A43-48D6-B636-665FA30989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5221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 will </a:t>
            </a:r>
            <a:r>
              <a:rPr lang="de-DE" dirty="0" err="1"/>
              <a:t>give</a:t>
            </a:r>
            <a:r>
              <a:rPr lang="de-DE" dirty="0"/>
              <a:t> you </a:t>
            </a:r>
            <a:r>
              <a:rPr lang="de-DE" dirty="0" err="1"/>
              <a:t>the</a:t>
            </a:r>
            <a:r>
              <a:rPr lang="de-DE" dirty="0"/>
              <a:t> final </a:t>
            </a: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my </a:t>
            </a:r>
            <a:r>
              <a:rPr lang="de-DE" dirty="0" err="1"/>
              <a:t>bachelors</a:t>
            </a:r>
            <a:r>
              <a:rPr lang="de-DE" dirty="0"/>
              <a:t> </a:t>
            </a:r>
            <a:r>
              <a:rPr lang="de-DE" dirty="0" err="1"/>
              <a:t>thesis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was </a:t>
            </a:r>
            <a:r>
              <a:rPr lang="de-DE" dirty="0" err="1"/>
              <a:t>about</a:t>
            </a:r>
            <a:endParaRPr dirty="0"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11232892" y="1052736"/>
            <a:ext cx="911424" cy="288032"/>
          </a:xfrm>
          <a:prstGeom prst="rect">
            <a:avLst/>
          </a:prstGeom>
          <a:solidFill>
            <a:schemeClr val="lt1"/>
          </a:solidFill>
          <a:ln w="254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1"/>
          <p:cNvSpPr txBox="1">
            <a:spLocks noGrp="1"/>
          </p:cNvSpPr>
          <p:nvPr>
            <p:ph type="subTitle" idx="1"/>
          </p:nvPr>
        </p:nvSpPr>
        <p:spPr>
          <a:xfrm>
            <a:off x="600171" y="449376"/>
            <a:ext cx="11088555" cy="21846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88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1D3455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14651" y="5965183"/>
            <a:ext cx="12177349" cy="8968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-12288" y="223392"/>
            <a:ext cx="11568000" cy="219872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14651" y="2654328"/>
            <a:ext cx="12192000" cy="219872"/>
          </a:xfrm>
          <a:prstGeom prst="rect">
            <a:avLst/>
          </a:prstGeom>
          <a:gradFill>
            <a:gsLst>
              <a:gs pos="0">
                <a:schemeClr val="lt1"/>
              </a:gs>
              <a:gs pos="5000">
                <a:schemeClr val="lt1"/>
              </a:gs>
              <a:gs pos="50000">
                <a:srgbClr val="1D3455"/>
              </a:gs>
              <a:gs pos="100000">
                <a:srgbClr val="1D34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2"/>
          </p:nvPr>
        </p:nvSpPr>
        <p:spPr>
          <a:xfrm>
            <a:off x="2256367" y="3061598"/>
            <a:ext cx="7679267" cy="12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8" name="Google Shape;28;p12"/>
          <p:cNvSpPr/>
          <p:nvPr/>
        </p:nvSpPr>
        <p:spPr>
          <a:xfrm>
            <a:off x="596471" y="1196801"/>
            <a:ext cx="11568000" cy="28800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9067231" y="6520259"/>
            <a:ext cx="20300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825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1D3455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28D2C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ftr" idx="11"/>
          </p:nvPr>
        </p:nvSpPr>
        <p:spPr>
          <a:xfrm>
            <a:off x="3631389" y="6520260"/>
            <a:ext cx="50027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de-DE"/>
              <a:t>Seminar mit Bachelorarbeit, 28.10.2025</a:t>
            </a:r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1D345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0"/>
          <p:cNvSpPr/>
          <p:nvPr/>
        </p:nvSpPr>
        <p:spPr>
          <a:xfrm>
            <a:off x="596471" y="1196801"/>
            <a:ext cx="11568000" cy="28800"/>
          </a:xfrm>
          <a:prstGeom prst="rect">
            <a:avLst/>
          </a:prstGeom>
          <a:gradFill>
            <a:gsLst>
              <a:gs pos="0">
                <a:srgbClr val="F28D2C"/>
              </a:gs>
              <a:gs pos="50000">
                <a:srgbClr val="F28D2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1559496" y="6491505"/>
            <a:ext cx="9612000" cy="28800"/>
          </a:xfrm>
          <a:prstGeom prst="rect">
            <a:avLst/>
          </a:prstGeom>
          <a:gradFill>
            <a:gsLst>
              <a:gs pos="0">
                <a:schemeClr val="lt1"/>
              </a:gs>
              <a:gs pos="5000">
                <a:schemeClr val="lt1"/>
              </a:gs>
              <a:gs pos="50000">
                <a:srgbClr val="1D3455"/>
              </a:gs>
              <a:gs pos="100000">
                <a:srgbClr val="1D34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0" descr="final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97247" y="6328567"/>
            <a:ext cx="1080120" cy="52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7">
            <a:alphaModFix/>
          </a:blip>
          <a:srcRect l="8726" t="19078" r="7911" b="18369"/>
          <a:stretch/>
        </p:blipFill>
        <p:spPr>
          <a:xfrm>
            <a:off x="0" y="6248200"/>
            <a:ext cx="2063552" cy="6206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>
            <a:spLocks noGrp="1"/>
          </p:cNvSpPr>
          <p:nvPr>
            <p:ph type="subTitle" idx="1"/>
          </p:nvPr>
        </p:nvSpPr>
        <p:spPr>
          <a:xfrm>
            <a:off x="600171" y="449376"/>
            <a:ext cx="11088555" cy="21846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 err="1"/>
              <a:t>RecencyQA</a:t>
            </a:r>
            <a:endParaRPr lang="en-US" dirty="0"/>
          </a:p>
        </p:txBody>
      </p:sp>
      <p:sp>
        <p:nvSpPr>
          <p:cNvPr id="46" name="Google Shape;46;p1"/>
          <p:cNvSpPr txBox="1">
            <a:spLocks noGrp="1"/>
          </p:cNvSpPr>
          <p:nvPr>
            <p:ph type="body" idx="2"/>
          </p:nvPr>
        </p:nvSpPr>
        <p:spPr>
          <a:xfrm>
            <a:off x="2304814" y="4007529"/>
            <a:ext cx="7679267" cy="12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 dirty="0"/>
              <a:t>Peter Schulze, </a:t>
            </a:r>
            <a:r>
              <a:rPr lang="de-DE" sz="2400" dirty="0"/>
              <a:t>Fabian Stiewe</a:t>
            </a:r>
            <a:endParaRPr lang="en-US" sz="2400" dirty="0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E6E39073-1E07-122B-A692-FC0653EA6B1F}"/>
              </a:ext>
            </a:extLst>
          </p:cNvPr>
          <p:cNvSpPr txBox="1"/>
          <p:nvPr/>
        </p:nvSpPr>
        <p:spPr>
          <a:xfrm>
            <a:off x="11993228" y="6289521"/>
            <a:ext cx="198772" cy="2128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none" lIns="76200" tIns="36830" rIns="76200" bIns="36830" rtlCol="0" anchor="ctr">
            <a:spAutoFit/>
          </a:bodyPr>
          <a:lstStyle/>
          <a:p>
            <a:r>
              <a:rPr lang="de-DE" sz="900" b="1" kern="900" spc="1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00DD17F-E258-640D-A821-E9CD05EB9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/>
              <a:t>New Questions</a:t>
            </a:r>
          </a:p>
          <a:p>
            <a:pPr lvl="1"/>
            <a:r>
              <a:rPr lang="de-DE" sz="2000" dirty="0"/>
              <a:t>Generate </a:t>
            </a:r>
            <a:r>
              <a:rPr lang="de-DE" sz="2000" dirty="0" err="1"/>
              <a:t>questions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same </a:t>
            </a:r>
            <a:r>
              <a:rPr lang="de-DE" sz="2000" dirty="0" err="1"/>
              <a:t>way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paper</a:t>
            </a:r>
            <a:endParaRPr lang="de-DE" sz="2000" dirty="0"/>
          </a:p>
          <a:p>
            <a:pPr lvl="2"/>
            <a:r>
              <a:rPr lang="de-DE" sz="1800" dirty="0" err="1"/>
              <a:t>Give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old</a:t>
            </a:r>
            <a:r>
              <a:rPr lang="de-DE" sz="1800" dirty="0"/>
              <a:t> </a:t>
            </a:r>
            <a:r>
              <a:rPr lang="de-DE" sz="1800" dirty="0" err="1"/>
              <a:t>dataset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LLaMA and </a:t>
            </a:r>
            <a:r>
              <a:rPr lang="de-DE" sz="1800" dirty="0" err="1"/>
              <a:t>generate</a:t>
            </a:r>
            <a:r>
              <a:rPr lang="de-DE" sz="1800" dirty="0"/>
              <a:t> </a:t>
            </a:r>
            <a:r>
              <a:rPr lang="de-DE" sz="1800" dirty="0" err="1"/>
              <a:t>new</a:t>
            </a:r>
            <a:r>
              <a:rPr lang="de-DE" sz="1800" dirty="0"/>
              <a:t> </a:t>
            </a:r>
            <a:r>
              <a:rPr lang="de-DE" sz="1800" dirty="0" err="1"/>
              <a:t>questions</a:t>
            </a:r>
            <a:endParaRPr lang="de-DE" sz="1800" dirty="0"/>
          </a:p>
          <a:p>
            <a:pPr lvl="2"/>
            <a:r>
              <a:rPr lang="de-DE" sz="1800" dirty="0"/>
              <a:t>Add </a:t>
            </a:r>
            <a:r>
              <a:rPr lang="de-DE" sz="1800" dirty="0" err="1"/>
              <a:t>questions</a:t>
            </a:r>
            <a:r>
              <a:rPr lang="de-DE" sz="1800" dirty="0"/>
              <a:t> with multiple </a:t>
            </a:r>
            <a:r>
              <a:rPr lang="de-DE" sz="1800" dirty="0" err="1"/>
              <a:t>events</a:t>
            </a:r>
            <a:endParaRPr lang="de-DE" sz="1800" dirty="0"/>
          </a:p>
          <a:p>
            <a:pPr lvl="2"/>
            <a:r>
              <a:rPr lang="de-DE" sz="1800" dirty="0"/>
              <a:t>Label </a:t>
            </a:r>
            <a:r>
              <a:rPr lang="de-DE" sz="1800" dirty="0" err="1"/>
              <a:t>questions</a:t>
            </a:r>
            <a:r>
              <a:rPr lang="de-DE" sz="1800" dirty="0"/>
              <a:t> with LLaMA</a:t>
            </a:r>
          </a:p>
          <a:p>
            <a:pPr lvl="2"/>
            <a:r>
              <a:rPr lang="de-DE" sz="1800" dirty="0"/>
              <a:t>Check </a:t>
            </a:r>
            <a:r>
              <a:rPr lang="de-DE" sz="1800" dirty="0" err="1"/>
              <a:t>dataset</a:t>
            </a:r>
            <a:r>
              <a:rPr lang="de-DE" sz="1800" dirty="0"/>
              <a:t> with LLM (Gemini </a:t>
            </a:r>
            <a:r>
              <a:rPr lang="de-DE" sz="1800" dirty="0" err="1"/>
              <a:t>free</a:t>
            </a:r>
            <a:r>
              <a:rPr lang="de-DE" sz="1800" dirty="0"/>
              <a:t> </a:t>
            </a:r>
            <a:r>
              <a:rPr lang="de-DE" sz="1800" dirty="0" err="1"/>
              <a:t>tier</a:t>
            </a:r>
            <a:r>
              <a:rPr lang="de-DE" sz="1800" dirty="0"/>
              <a:t> </a:t>
            </a:r>
            <a:r>
              <a:rPr lang="de-DE" sz="1800" dirty="0" err="1"/>
              <a:t>api</a:t>
            </a:r>
            <a:r>
              <a:rPr lang="de-DE" sz="1800" dirty="0"/>
              <a:t> ?)</a:t>
            </a:r>
          </a:p>
          <a:p>
            <a:r>
              <a:rPr lang="de-DE" sz="2400" dirty="0" err="1"/>
              <a:t>Better</a:t>
            </a:r>
            <a:r>
              <a:rPr lang="de-DE" sz="2400" dirty="0"/>
              <a:t> </a:t>
            </a:r>
            <a:r>
              <a:rPr lang="de-DE" sz="2400" dirty="0" err="1"/>
              <a:t>label</a:t>
            </a:r>
            <a:r>
              <a:rPr lang="de-DE" sz="2400" dirty="0"/>
              <a:t> </a:t>
            </a:r>
            <a:r>
              <a:rPr lang="de-DE" sz="2400" dirty="0" err="1"/>
              <a:t>set</a:t>
            </a:r>
            <a:endParaRPr lang="de-DE" sz="2400" dirty="0"/>
          </a:p>
          <a:p>
            <a:pPr lvl="1"/>
            <a:r>
              <a:rPr lang="de-DE" sz="2000" dirty="0"/>
              <a:t>Multidimensional Labels</a:t>
            </a:r>
          </a:p>
          <a:p>
            <a:pPr lvl="2"/>
            <a:r>
              <a:rPr lang="de-DE" sz="1800" dirty="0" err="1"/>
              <a:t>Dependent</a:t>
            </a:r>
            <a:r>
              <a:rPr lang="de-DE" sz="1800" dirty="0"/>
              <a:t> on multiple </a:t>
            </a:r>
            <a:r>
              <a:rPr lang="de-DE" sz="1800" dirty="0" err="1"/>
              <a:t>events</a:t>
            </a:r>
            <a:endParaRPr lang="de-DE" sz="1800" dirty="0"/>
          </a:p>
          <a:p>
            <a:pPr lvl="1"/>
            <a:r>
              <a:rPr lang="de-DE" sz="2000" dirty="0"/>
              <a:t>Dynamic Labels </a:t>
            </a:r>
            <a:r>
              <a:rPr lang="de-DE" sz="2000" dirty="0" err="1"/>
              <a:t>for</a:t>
            </a:r>
            <a:r>
              <a:rPr lang="de-DE" sz="2000" dirty="0"/>
              <a:t> time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28A4FB-24E4-A7D3-120A-A2FC7394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creation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D0C78-AABE-BC97-94C5-B546BD23D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134298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52AD-59FB-1062-79FD-44E841D6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58A1740-7B3D-8AA4-7BFF-AD6C7DF7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600201"/>
            <a:ext cx="10731415" cy="4525963"/>
          </a:xfrm>
        </p:spPr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/>
              <a:t>Run via </a:t>
            </a:r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locally</a:t>
            </a:r>
            <a:endParaRPr lang="de-DE" dirty="0"/>
          </a:p>
          <a:p>
            <a:pPr lvl="1"/>
            <a:r>
              <a:rPr lang="de-DE" dirty="0"/>
              <a:t>Same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?</a:t>
            </a:r>
          </a:p>
          <a:p>
            <a:pPr lvl="2"/>
            <a:r>
              <a:rPr lang="de-DE" dirty="0" err="1"/>
              <a:t>mistral</a:t>
            </a:r>
            <a:endParaRPr lang="de-DE" dirty="0"/>
          </a:p>
          <a:p>
            <a:r>
              <a:rPr lang="de-DE" dirty="0" err="1"/>
              <a:t>Finetuned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Parameter-</a:t>
            </a:r>
            <a:r>
              <a:rPr lang="de-DE" dirty="0" err="1"/>
              <a:t>Efficient</a:t>
            </a:r>
            <a:r>
              <a:rPr lang="de-DE" dirty="0"/>
              <a:t> Fine-Tuning (PEFT)</a:t>
            </a:r>
          </a:p>
          <a:p>
            <a:pPr lvl="1"/>
            <a:r>
              <a:rPr lang="de-DE" dirty="0" err="1"/>
              <a:t>LoRA</a:t>
            </a:r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2"/>
            <a:r>
              <a:rPr lang="de-DE" dirty="0"/>
              <a:t>Mistral ? </a:t>
            </a:r>
          </a:p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35F469-F79A-223F-0ADA-24246292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LLM´s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14B392-03CE-BB61-73D9-BE1B68FC9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61534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2F9AA22-E2CE-DFE0-85DF-6805D69AA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Harder </a:t>
            </a:r>
            <a:r>
              <a:rPr lang="de-DE" dirty="0" err="1"/>
              <a:t>questions</a:t>
            </a:r>
            <a:r>
              <a:rPr lang="de-DE" dirty="0"/>
              <a:t>+ </a:t>
            </a:r>
            <a:r>
              <a:rPr lang="de-DE" dirty="0" err="1"/>
              <a:t>multievent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  <a:p>
            <a:pPr lvl="1"/>
            <a:r>
              <a:rPr lang="de-DE" dirty="0"/>
              <a:t>Generate </a:t>
            </a:r>
            <a:r>
              <a:rPr lang="de-DE" dirty="0" err="1"/>
              <a:t>questions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  <a:p>
            <a:pPr lvl="2"/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old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LLaMA and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  <a:p>
            <a:pPr lvl="2"/>
            <a:r>
              <a:rPr lang="de-DE" dirty="0"/>
              <a:t>Label with LLaMA</a:t>
            </a:r>
          </a:p>
          <a:p>
            <a:pPr lvl="2"/>
            <a:r>
              <a:rPr lang="de-DE" dirty="0"/>
              <a:t>Check with Gemini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tier</a:t>
            </a:r>
            <a:r>
              <a:rPr lang="de-DE" dirty="0"/>
              <a:t> </a:t>
            </a:r>
            <a:r>
              <a:rPr lang="de-DE" dirty="0" err="1"/>
              <a:t>api</a:t>
            </a:r>
            <a:r>
              <a:rPr lang="de-DE" dirty="0"/>
              <a:t> ? </a:t>
            </a:r>
          </a:p>
          <a:p>
            <a:pPr lvl="1"/>
            <a:r>
              <a:rPr lang="de-DE" dirty="0" err="1"/>
              <a:t>Additionally</a:t>
            </a:r>
            <a:r>
              <a:rPr lang="de-DE" dirty="0"/>
              <a:t> :</a:t>
            </a:r>
          </a:p>
          <a:p>
            <a:pPr lvl="2"/>
            <a:r>
              <a:rPr lang="de-DE" dirty="0"/>
              <a:t>Multievent</a:t>
            </a:r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118C6C-C269-61F0-812D-A5B2BC9ECB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set</a:t>
            </a:r>
            <a:endParaRPr lang="de-DE" dirty="0"/>
          </a:p>
          <a:p>
            <a:pPr lvl="1"/>
            <a:r>
              <a:rPr lang="de-DE" dirty="0"/>
              <a:t>New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 </a:t>
            </a:r>
            <a:r>
              <a:rPr lang="de-DE" dirty="0" err="1"/>
              <a:t>few_seconds</a:t>
            </a:r>
            <a:endParaRPr lang="de-DE" dirty="0"/>
          </a:p>
          <a:p>
            <a:pPr lvl="1"/>
            <a:r>
              <a:rPr lang="de-DE" dirty="0"/>
              <a:t>Multidimensional Labels</a:t>
            </a:r>
          </a:p>
          <a:p>
            <a:pPr lvl="2"/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multiple </a:t>
            </a:r>
            <a:r>
              <a:rPr lang="de-DE" dirty="0" err="1"/>
              <a:t>events</a:t>
            </a:r>
            <a:endParaRPr lang="de-DE" dirty="0"/>
          </a:p>
          <a:p>
            <a:pPr lvl="1"/>
            <a:r>
              <a:rPr lang="de-DE" dirty="0"/>
              <a:t>Dynamic Labels </a:t>
            </a:r>
            <a:r>
              <a:rPr lang="de-DE" dirty="0" err="1"/>
              <a:t>for</a:t>
            </a:r>
            <a:r>
              <a:rPr lang="de-DE" dirty="0"/>
              <a:t> time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7C04A41-C509-FD29-54BF-AFD6038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8974D1-1C60-E1E0-F884-1EB4230D6A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371879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DCC9F9D-2FF2-1621-03AD-AE18EA395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locally</a:t>
            </a:r>
            <a:r>
              <a:rPr lang="de-DE" dirty="0"/>
              <a:t> ? </a:t>
            </a:r>
          </a:p>
          <a:p>
            <a:pPr lvl="1"/>
            <a:r>
              <a:rPr lang="de-DE" dirty="0"/>
              <a:t>Same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? </a:t>
            </a:r>
          </a:p>
          <a:p>
            <a:pPr lvl="1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pc</a:t>
            </a:r>
            <a:r>
              <a:rPr lang="de-DE" dirty="0"/>
              <a:t> not strong enough? </a:t>
            </a:r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52309B-83D4-0144-63C5-5593AC0A82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de-DE" dirty="0" err="1"/>
              <a:t>Finetuned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Parameter-</a:t>
            </a:r>
            <a:r>
              <a:rPr lang="de-DE" dirty="0" err="1"/>
              <a:t>Efficient</a:t>
            </a:r>
            <a:r>
              <a:rPr lang="de-DE" dirty="0"/>
              <a:t> Fine-Tuning (PEFT)</a:t>
            </a:r>
          </a:p>
          <a:p>
            <a:pPr lvl="1"/>
            <a:r>
              <a:rPr lang="de-DE" dirty="0" err="1"/>
              <a:t>LoRA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2"/>
            <a:r>
              <a:rPr lang="de-DE" dirty="0"/>
              <a:t>Mistral ?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8C0683-EB45-BF89-CC9E-7349BB78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on </a:t>
            </a:r>
            <a:r>
              <a:rPr lang="de-DE" dirty="0" err="1"/>
              <a:t>LLM´s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C5D195-5567-6547-1E1E-ADBEDD8C6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(Add slide number)</a:t>
            </a:r>
          </a:p>
        </p:txBody>
      </p:sp>
    </p:spTree>
    <p:extLst>
      <p:ext uri="{BB962C8B-B14F-4D97-AF65-F5344CB8AC3E}">
        <p14:creationId xmlns:p14="http://schemas.microsoft.com/office/powerpoint/2010/main" val="127975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609600" y="3199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D3455"/>
              </a:buClr>
              <a:buSzPts val="3200"/>
              <a:buFont typeface="Calibri"/>
              <a:buNone/>
            </a:pPr>
            <a:r>
              <a:rPr lang="en-US"/>
              <a:t>Questions?</a:t>
            </a:r>
            <a:endParaRPr lang="en-US" dirty="0"/>
          </a:p>
        </p:txBody>
      </p:sp>
      <p:pic>
        <p:nvPicPr>
          <p:cNvPr id="158" name="Google Shape;158;p9" descr="Fragen Kostenloses Stock Bild - Public Domain Pictur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075" y="2005216"/>
            <a:ext cx="58578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447A0-45BE-B627-E897-66BAE1BFD1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(13)</a:t>
            </a:r>
          </a:p>
        </p:txBody>
      </p:sp>
      <p:sp>
        <p:nvSpPr>
          <p:cNvPr id="4" name="RS_Classification">
            <a:extLst>
              <a:ext uri="{FF2B5EF4-FFF2-40B4-BE49-F238E27FC236}">
                <a16:creationId xmlns:a16="http://schemas.microsoft.com/office/drawing/2014/main" id="{C84E2C2A-8D2B-393C-F34F-D38D87E4583C}"/>
              </a:ext>
            </a:extLst>
          </p:cNvPr>
          <p:cNvSpPr txBox="1"/>
          <p:nvPr/>
        </p:nvSpPr>
        <p:spPr>
          <a:xfrm>
            <a:off x="11993228" y="6289521"/>
            <a:ext cx="198772" cy="2128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none" lIns="76200" tIns="36830" rIns="76200" bIns="36830" rtlCol="0" anchor="ctr">
            <a:spAutoFit/>
          </a:bodyPr>
          <a:lstStyle/>
          <a:p>
            <a:r>
              <a:rPr lang="en-US" sz="900" b="1" kern="900" spc="100"/>
              <a:t> </a:t>
            </a:r>
            <a:endParaRPr lang="en-US" sz="900" b="1" kern="900" spc="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_RESETFORMATTING" val="True"/>
</p:tagLst>
</file>

<file path=ppt/theme/theme1.xml><?xml version="1.0" encoding="utf-8"?>
<a:theme xmlns:a="http://schemas.openxmlformats.org/drawingml/2006/main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</Words>
  <Application>Microsoft Macintosh PowerPoint</Application>
  <PresentationFormat>Widescreen</PresentationFormat>
  <Paragraphs>57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Noto Sans Symbols</vt:lpstr>
      <vt:lpstr>Larissa-Design</vt:lpstr>
      <vt:lpstr>PowerPoint Presentation</vt:lpstr>
      <vt:lpstr>Dataset creation</vt:lpstr>
      <vt:lpstr>Evaluation of LLM´s</vt:lpstr>
      <vt:lpstr>Way to create questions</vt:lpstr>
      <vt:lpstr>Evaluation on LLM´s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matse</dc:creator>
  <cp:lastModifiedBy>Fabian Stiewe</cp:lastModifiedBy>
  <cp:revision>22</cp:revision>
  <dcterms:created xsi:type="dcterms:W3CDTF">2014-02-09T14:50:05Z</dcterms:created>
  <dcterms:modified xsi:type="dcterms:W3CDTF">2025-11-14T06:32:12Z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64cdcd-3664-4d05-9615-7cbf65a4f0a8_Enabled">
    <vt:lpwstr>true</vt:lpwstr>
  </property>
  <property fmtid="{D5CDD505-2E9C-101B-9397-08002B2CF9AE}" pid="3" name="MSIP_Label_9764cdcd-3664-4d05-9615-7cbf65a4f0a8_SetDate">
    <vt:lpwstr>2025-10-27T20:45:18Z</vt:lpwstr>
  </property>
  <property fmtid="{D5CDD505-2E9C-101B-9397-08002B2CF9AE}" pid="4" name="MSIP_Label_9764cdcd-3664-4d05-9615-7cbf65a4f0a8_Method">
    <vt:lpwstr>Privileged</vt:lpwstr>
  </property>
  <property fmtid="{D5CDD505-2E9C-101B-9397-08002B2CF9AE}" pid="5" name="MSIP_Label_9764cdcd-3664-4d05-9615-7cbf65a4f0a8_Name">
    <vt:lpwstr>UNRESTRICTED</vt:lpwstr>
  </property>
  <property fmtid="{D5CDD505-2E9C-101B-9397-08002B2CF9AE}" pid="6" name="MSIP_Label_9764cdcd-3664-4d05-9615-7cbf65a4f0a8_SiteId">
    <vt:lpwstr>74bddbd9-705c-456e-aabd-99beb719a2b2</vt:lpwstr>
  </property>
  <property fmtid="{D5CDD505-2E9C-101B-9397-08002B2CF9AE}" pid="7" name="MSIP_Label_9764cdcd-3664-4d05-9615-7cbf65a4f0a8_ActionId">
    <vt:lpwstr>2bf74472-9bda-45c6-90a9-d5719707c62e</vt:lpwstr>
  </property>
  <property fmtid="{D5CDD505-2E9C-101B-9397-08002B2CF9AE}" pid="8" name="MSIP_Label_9764cdcd-3664-4d05-9615-7cbf65a4f0a8_ContentBits">
    <vt:lpwstr>0</vt:lpwstr>
  </property>
  <property fmtid="{D5CDD505-2E9C-101B-9397-08002B2CF9AE}" pid="9" name="MSIP_Label_9764cdcd-3664-4d05-9615-7cbf65a4f0a8_Tag">
    <vt:lpwstr>10, 0, 1, 1</vt:lpwstr>
  </property>
</Properties>
</file>