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56" r:id="rId2"/>
    <p:sldId id="284" r:id="rId3"/>
    <p:sldId id="286" r:id="rId4"/>
    <p:sldId id="282" r:id="rId5"/>
    <p:sldId id="283" r:id="rId6"/>
    <p:sldId id="266" r:id="rId7"/>
  </p:sldIdLst>
  <p:sldSz cx="12192000" cy="6858000"/>
  <p:notesSz cx="6858000" cy="9144000"/>
  <p:custDataLst>
    <p:tags r:id="rId10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8" roundtripDataSignature="AMtx7mjpqNaG+RC56AwOCMSj2yNYu2zq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156" d="100"/>
          <a:sy n="156" d="100"/>
        </p:scale>
        <p:origin x="348" y="1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8" Type="http://customschemas.google.com/relationships/presentationmetadata" Target="meta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gs" Target="tags/tag1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4B9DD50A-B35C-24B3-1D60-D2A6E6563EE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4373004-DF70-F634-3061-ECB8CB785EC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9AAE17-292B-40FA-8691-962AFFA4433D}" type="datetimeFigureOut">
              <a:rPr lang="de-DE" smtClean="0"/>
              <a:t>11.11.2025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E6427CC-6190-70A1-3537-62D7D3BBCAA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030B2D8-23B3-8755-C4C2-BE91028C01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BAE938-9A43-48D6-B636-665FA309891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8522164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‹Nr.›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sldNum="0"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I will </a:t>
            </a:r>
            <a:r>
              <a:rPr lang="de-DE" dirty="0" err="1"/>
              <a:t>give</a:t>
            </a:r>
            <a:r>
              <a:rPr lang="de-DE" dirty="0"/>
              <a:t> you </a:t>
            </a:r>
            <a:r>
              <a:rPr lang="de-DE" dirty="0" err="1"/>
              <a:t>the</a:t>
            </a:r>
            <a:r>
              <a:rPr lang="de-DE" dirty="0"/>
              <a:t> final </a:t>
            </a:r>
            <a:r>
              <a:rPr lang="de-DE" dirty="0" err="1"/>
              <a:t>presentation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my </a:t>
            </a:r>
            <a:r>
              <a:rPr lang="de-DE" dirty="0" err="1"/>
              <a:t>bachelors</a:t>
            </a:r>
            <a:r>
              <a:rPr lang="de-DE" dirty="0"/>
              <a:t> </a:t>
            </a:r>
            <a:r>
              <a:rPr lang="de-DE" dirty="0" err="1"/>
              <a:t>thesis</a:t>
            </a:r>
            <a:r>
              <a:rPr lang="de-DE" dirty="0"/>
              <a:t>, </a:t>
            </a:r>
            <a:r>
              <a:rPr lang="de-DE" dirty="0" err="1"/>
              <a:t>which</a:t>
            </a:r>
            <a:r>
              <a:rPr lang="de-DE" dirty="0"/>
              <a:t> was </a:t>
            </a:r>
            <a:r>
              <a:rPr lang="de-DE" dirty="0" err="1"/>
              <a:t>about</a:t>
            </a:r>
            <a:endParaRPr dirty="0"/>
          </a:p>
        </p:txBody>
      </p:sp>
      <p:sp>
        <p:nvSpPr>
          <p:cNvPr id="43" name="Google Shape;4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elfolie">
  <p:cSld name="Titelfolie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1"/>
          <p:cNvSpPr/>
          <p:nvPr/>
        </p:nvSpPr>
        <p:spPr>
          <a:xfrm>
            <a:off x="11232892" y="1052736"/>
            <a:ext cx="911424" cy="288032"/>
          </a:xfrm>
          <a:prstGeom prst="rect">
            <a:avLst/>
          </a:prstGeom>
          <a:solidFill>
            <a:schemeClr val="lt1"/>
          </a:solidFill>
          <a:ln w="25400" cap="rnd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1"/>
          <p:cNvSpPr txBox="1">
            <a:spLocks noGrp="1"/>
          </p:cNvSpPr>
          <p:nvPr>
            <p:ph type="subTitle" idx="1"/>
          </p:nvPr>
        </p:nvSpPr>
        <p:spPr>
          <a:xfrm>
            <a:off x="600171" y="449376"/>
            <a:ext cx="11088555" cy="218464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880"/>
              </a:spcBef>
              <a:spcAft>
                <a:spcPts val="0"/>
              </a:spcAft>
              <a:buSzPts val="4400"/>
              <a:buNone/>
              <a:defRPr sz="4400" b="1">
                <a:solidFill>
                  <a:srgbClr val="1D3455"/>
                </a:solidFill>
              </a:defRPr>
            </a:lvl1pPr>
            <a:lvl2pPr lvl="1" algn="ctr">
              <a:spcBef>
                <a:spcPts val="480"/>
              </a:spcBef>
              <a:spcAft>
                <a:spcPts val="0"/>
              </a:spcAft>
              <a:buSzPts val="24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11"/>
          <p:cNvSpPr/>
          <p:nvPr/>
        </p:nvSpPr>
        <p:spPr>
          <a:xfrm>
            <a:off x="14651" y="5965183"/>
            <a:ext cx="12177349" cy="89684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1"/>
          <p:cNvSpPr/>
          <p:nvPr/>
        </p:nvSpPr>
        <p:spPr>
          <a:xfrm>
            <a:off x="-12288" y="223392"/>
            <a:ext cx="11568000" cy="219872"/>
          </a:xfrm>
          <a:prstGeom prst="rect">
            <a:avLst/>
          </a:prstGeom>
          <a:gradFill>
            <a:gsLst>
              <a:gs pos="0">
                <a:srgbClr val="F28D2C"/>
              </a:gs>
              <a:gs pos="50000">
                <a:srgbClr val="F28D2C"/>
              </a:gs>
              <a:gs pos="100000">
                <a:schemeClr val="lt1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1"/>
          <p:cNvSpPr/>
          <p:nvPr/>
        </p:nvSpPr>
        <p:spPr>
          <a:xfrm>
            <a:off x="14651" y="2654328"/>
            <a:ext cx="12192000" cy="219872"/>
          </a:xfrm>
          <a:prstGeom prst="rect">
            <a:avLst/>
          </a:prstGeom>
          <a:gradFill>
            <a:gsLst>
              <a:gs pos="0">
                <a:schemeClr val="lt1"/>
              </a:gs>
              <a:gs pos="5000">
                <a:schemeClr val="lt1"/>
              </a:gs>
              <a:gs pos="50000">
                <a:srgbClr val="1D3455"/>
              </a:gs>
              <a:gs pos="100000">
                <a:srgbClr val="1D3455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1"/>
          <p:cNvSpPr txBox="1">
            <a:spLocks noGrp="1"/>
          </p:cNvSpPr>
          <p:nvPr>
            <p:ph type="body" idx="2"/>
          </p:nvPr>
        </p:nvSpPr>
        <p:spPr>
          <a:xfrm>
            <a:off x="2256367" y="3061598"/>
            <a:ext cx="7679267" cy="1223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spcBef>
                <a:spcPts val="640"/>
              </a:spcBef>
              <a:spcAft>
                <a:spcPts val="0"/>
              </a:spcAft>
              <a:buSzPts val="3200"/>
              <a:buNone/>
              <a:defRPr sz="320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el und Inhalt">
  <p:cSld name="Titel und Inhal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3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SzPts val="2800"/>
              <a:buChar char="▪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3"/>
          <p:cNvSpPr txBox="1">
            <a:spLocks noGrp="1"/>
          </p:cNvSpPr>
          <p:nvPr>
            <p:ph type="title"/>
          </p:nvPr>
        </p:nvSpPr>
        <p:spPr>
          <a:xfrm>
            <a:off x="609600" y="31991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1D3455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3"/>
          <p:cNvSpPr txBox="1">
            <a:spLocks noGrp="1"/>
          </p:cNvSpPr>
          <p:nvPr>
            <p:ph type="sldNum" idx="12"/>
          </p:nvPr>
        </p:nvSpPr>
        <p:spPr>
          <a:xfrm>
            <a:off x="9067231" y="6520259"/>
            <a:ext cx="203001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/>
              <a:t>(Add slide number)</a:t>
            </a:r>
            <a:endParaRPr/>
          </a:p>
        </p:txBody>
      </p:sp>
      <p:sp>
        <p:nvSpPr>
          <p:cNvPr id="36" name="Google Shape;36;p13"/>
          <p:cNvSpPr txBox="1">
            <a:spLocks noGrp="1"/>
          </p:cNvSpPr>
          <p:nvPr>
            <p:ph type="ftr" idx="11"/>
          </p:nvPr>
        </p:nvSpPr>
        <p:spPr>
          <a:xfrm>
            <a:off x="3631389" y="6520260"/>
            <a:ext cx="50027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de-DE"/>
              <a:t>Seminar mit Bachelorarbeit, 28.10.2025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r Titel">
  <p:cSld name="Nur Titel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4"/>
          <p:cNvSpPr txBox="1">
            <a:spLocks noGrp="1"/>
          </p:cNvSpPr>
          <p:nvPr>
            <p:ph type="title"/>
          </p:nvPr>
        </p:nvSpPr>
        <p:spPr>
          <a:xfrm>
            <a:off x="609600" y="31991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1D3455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4"/>
          <p:cNvSpPr txBox="1">
            <a:spLocks noGrp="1"/>
          </p:cNvSpPr>
          <p:nvPr>
            <p:ph type="sldNum" idx="12"/>
          </p:nvPr>
        </p:nvSpPr>
        <p:spPr>
          <a:xfrm>
            <a:off x="9067231" y="6520259"/>
            <a:ext cx="203001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/>
              <a:t>(Add slide number)</a:t>
            </a:r>
            <a:endParaRPr/>
          </a:p>
        </p:txBody>
      </p:sp>
      <p:sp>
        <p:nvSpPr>
          <p:cNvPr id="40" name="Google Shape;40;p14"/>
          <p:cNvSpPr txBox="1">
            <a:spLocks noGrp="1"/>
          </p:cNvSpPr>
          <p:nvPr>
            <p:ph type="ftr" idx="11"/>
          </p:nvPr>
        </p:nvSpPr>
        <p:spPr>
          <a:xfrm>
            <a:off x="3631389" y="6520260"/>
            <a:ext cx="50027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de-DE"/>
              <a:t>Seminar mit Bachelorarbeit, 28.10.2025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ei Inhalte">
  <p:cSld name="Zwei Inhalte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2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SzPts val="2800"/>
              <a:buChar char="▪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27" name="Google Shape;27;p12"/>
          <p:cNvSpPr txBox="1">
            <a:spLocks noGrp="1"/>
          </p:cNvSpPr>
          <p:nvPr>
            <p:ph type="body" idx="2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SzPts val="2800"/>
              <a:buChar char="▪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28" name="Google Shape;28;p12"/>
          <p:cNvSpPr/>
          <p:nvPr/>
        </p:nvSpPr>
        <p:spPr>
          <a:xfrm>
            <a:off x="596471" y="1196801"/>
            <a:ext cx="11568000" cy="28800"/>
          </a:xfrm>
          <a:prstGeom prst="rect">
            <a:avLst/>
          </a:prstGeom>
          <a:gradFill>
            <a:gsLst>
              <a:gs pos="0">
                <a:srgbClr val="F28D2C"/>
              </a:gs>
              <a:gs pos="50000">
                <a:srgbClr val="F28D2C"/>
              </a:gs>
              <a:gs pos="100000">
                <a:schemeClr val="lt1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12"/>
          <p:cNvSpPr txBox="1">
            <a:spLocks noGrp="1"/>
          </p:cNvSpPr>
          <p:nvPr>
            <p:ph type="title"/>
          </p:nvPr>
        </p:nvSpPr>
        <p:spPr>
          <a:xfrm>
            <a:off x="609600" y="31991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1D3455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2"/>
          <p:cNvSpPr txBox="1">
            <a:spLocks noGrp="1"/>
          </p:cNvSpPr>
          <p:nvPr>
            <p:ph type="sldNum" idx="12"/>
          </p:nvPr>
        </p:nvSpPr>
        <p:spPr>
          <a:xfrm>
            <a:off x="9067231" y="6520259"/>
            <a:ext cx="203001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/>
              <a:t>(Add slide number)</a:t>
            </a:r>
            <a:endParaRPr/>
          </a:p>
        </p:txBody>
      </p:sp>
      <p:sp>
        <p:nvSpPr>
          <p:cNvPr id="31" name="Google Shape;31;p12"/>
          <p:cNvSpPr txBox="1">
            <a:spLocks noGrp="1"/>
          </p:cNvSpPr>
          <p:nvPr>
            <p:ph type="ftr" idx="11"/>
          </p:nvPr>
        </p:nvSpPr>
        <p:spPr>
          <a:xfrm>
            <a:off x="3631389" y="6520260"/>
            <a:ext cx="50027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de-DE"/>
              <a:t>Seminar mit Bachelorarbeit, 28.10.2025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98253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rgbClr val="1D3455"/>
              </a:buClr>
              <a:buSzPts val="2800"/>
              <a:buFont typeface="Noto Sans Symbols"/>
              <a:buChar char="▪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28D2C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–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»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0"/>
          <p:cNvSpPr txBox="1">
            <a:spLocks noGrp="1"/>
          </p:cNvSpPr>
          <p:nvPr>
            <p:ph type="ftr" idx="11"/>
          </p:nvPr>
        </p:nvSpPr>
        <p:spPr>
          <a:xfrm>
            <a:off x="3631389" y="6520260"/>
            <a:ext cx="50027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de-DE"/>
              <a:t>Seminar mit Bachelorarbeit, 28.10.2025</a:t>
            </a:r>
            <a:endParaRPr/>
          </a:p>
        </p:txBody>
      </p:sp>
      <p:sp>
        <p:nvSpPr>
          <p:cNvPr id="13" name="Google Shape;13;p10"/>
          <p:cNvSpPr txBox="1">
            <a:spLocks noGrp="1"/>
          </p:cNvSpPr>
          <p:nvPr>
            <p:ph type="title"/>
          </p:nvPr>
        </p:nvSpPr>
        <p:spPr>
          <a:xfrm>
            <a:off x="609600" y="31991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1D3455"/>
              </a:buClr>
              <a:buSzPts val="3200"/>
              <a:buFont typeface="Calibri"/>
              <a:buNone/>
              <a:defRPr sz="3200" b="1" i="0" u="none" strike="noStrike" cap="none">
                <a:solidFill>
                  <a:srgbClr val="1D345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4" name="Google Shape;14;p10"/>
          <p:cNvSpPr/>
          <p:nvPr/>
        </p:nvSpPr>
        <p:spPr>
          <a:xfrm>
            <a:off x="596471" y="1196801"/>
            <a:ext cx="11568000" cy="28800"/>
          </a:xfrm>
          <a:prstGeom prst="rect">
            <a:avLst/>
          </a:prstGeom>
          <a:gradFill>
            <a:gsLst>
              <a:gs pos="0">
                <a:srgbClr val="F28D2C"/>
              </a:gs>
              <a:gs pos="50000">
                <a:srgbClr val="F28D2C"/>
              </a:gs>
              <a:gs pos="100000">
                <a:schemeClr val="lt1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10"/>
          <p:cNvSpPr/>
          <p:nvPr/>
        </p:nvSpPr>
        <p:spPr>
          <a:xfrm>
            <a:off x="1559496" y="6491505"/>
            <a:ext cx="9612000" cy="28800"/>
          </a:xfrm>
          <a:prstGeom prst="rect">
            <a:avLst/>
          </a:prstGeom>
          <a:gradFill>
            <a:gsLst>
              <a:gs pos="0">
                <a:schemeClr val="lt1"/>
              </a:gs>
              <a:gs pos="5000">
                <a:schemeClr val="lt1"/>
              </a:gs>
              <a:gs pos="50000">
                <a:srgbClr val="1D3455"/>
              </a:gs>
              <a:gs pos="100000">
                <a:srgbClr val="1D3455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" name="Google Shape;16;p10" descr="final1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097247" y="6328567"/>
            <a:ext cx="1080120" cy="52943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10"/>
          <p:cNvPicPr preferRelativeResize="0"/>
          <p:nvPr/>
        </p:nvPicPr>
        <p:blipFill rotWithShape="1">
          <a:blip r:embed="rId7">
            <a:alphaModFix/>
          </a:blip>
          <a:srcRect l="8726" t="19078" r="7911" b="18369"/>
          <a:stretch/>
        </p:blipFill>
        <p:spPr>
          <a:xfrm>
            <a:off x="0" y="6248200"/>
            <a:ext cx="2063552" cy="620688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"/>
          <p:cNvSpPr txBox="1">
            <a:spLocks noGrp="1"/>
          </p:cNvSpPr>
          <p:nvPr>
            <p:ph type="subTitle" idx="1"/>
          </p:nvPr>
        </p:nvSpPr>
        <p:spPr>
          <a:xfrm>
            <a:off x="600171" y="449376"/>
            <a:ext cx="11088555" cy="218464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dirty="0" err="1"/>
              <a:t>RecencyQA</a:t>
            </a:r>
            <a:endParaRPr lang="en-US" dirty="0"/>
          </a:p>
        </p:txBody>
      </p:sp>
      <p:sp>
        <p:nvSpPr>
          <p:cNvPr id="46" name="Google Shape;46;p1"/>
          <p:cNvSpPr txBox="1">
            <a:spLocks noGrp="1"/>
          </p:cNvSpPr>
          <p:nvPr>
            <p:ph type="body" idx="2"/>
          </p:nvPr>
        </p:nvSpPr>
        <p:spPr>
          <a:xfrm>
            <a:off x="2304814" y="4007529"/>
            <a:ext cx="7679267" cy="1223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ctr" rtl="0"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en-US" sz="2400" dirty="0"/>
              <a:t>Peter Schulze, </a:t>
            </a:r>
            <a:r>
              <a:rPr lang="de-DE" sz="2400" dirty="0"/>
              <a:t>Fabian Stiewe</a:t>
            </a:r>
            <a:endParaRPr lang="en-US" sz="2400" dirty="0"/>
          </a:p>
        </p:txBody>
      </p:sp>
      <p:sp>
        <p:nvSpPr>
          <p:cNvPr id="3" name="RS_Classification">
            <a:extLst>
              <a:ext uri="{FF2B5EF4-FFF2-40B4-BE49-F238E27FC236}">
                <a16:creationId xmlns:a16="http://schemas.microsoft.com/office/drawing/2014/main" id="{E6E39073-1E07-122B-A692-FC0653EA6B1F}"/>
              </a:ext>
            </a:extLst>
          </p:cNvPr>
          <p:cNvSpPr txBox="1"/>
          <p:nvPr/>
        </p:nvSpPr>
        <p:spPr>
          <a:xfrm>
            <a:off x="11993228" y="6289521"/>
            <a:ext cx="198772" cy="212879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vert="horz" wrap="none" lIns="76200" tIns="36830" rIns="76200" bIns="36830" rtlCol="0" anchor="ctr">
            <a:spAutoFit/>
          </a:bodyPr>
          <a:lstStyle/>
          <a:p>
            <a:r>
              <a:rPr lang="de-DE" sz="900" b="1" kern="900" spc="100"/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D00DD17F-E258-640D-A821-E9CD05EB93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400" dirty="0"/>
              <a:t>New Questions</a:t>
            </a:r>
          </a:p>
          <a:p>
            <a:pPr lvl="1"/>
            <a:r>
              <a:rPr lang="de-DE" sz="2000" dirty="0"/>
              <a:t>Generate </a:t>
            </a:r>
            <a:r>
              <a:rPr lang="de-DE" sz="2000" dirty="0" err="1"/>
              <a:t>questions</a:t>
            </a:r>
            <a:r>
              <a:rPr lang="de-DE" sz="2000" dirty="0"/>
              <a:t> </a:t>
            </a:r>
            <a:r>
              <a:rPr lang="de-DE" sz="2000" dirty="0" err="1"/>
              <a:t>the</a:t>
            </a:r>
            <a:r>
              <a:rPr lang="de-DE" sz="2000" dirty="0"/>
              <a:t> same </a:t>
            </a:r>
            <a:r>
              <a:rPr lang="de-DE" sz="2000" dirty="0" err="1"/>
              <a:t>way</a:t>
            </a:r>
            <a:r>
              <a:rPr lang="de-DE" sz="2000" dirty="0"/>
              <a:t> </a:t>
            </a:r>
            <a:r>
              <a:rPr lang="de-DE" sz="2000" dirty="0" err="1"/>
              <a:t>as</a:t>
            </a:r>
            <a:r>
              <a:rPr lang="de-DE" sz="2000" dirty="0"/>
              <a:t> in </a:t>
            </a:r>
            <a:r>
              <a:rPr lang="de-DE" sz="2000" dirty="0" err="1"/>
              <a:t>the</a:t>
            </a:r>
            <a:r>
              <a:rPr lang="de-DE" sz="2000" dirty="0"/>
              <a:t> </a:t>
            </a:r>
            <a:r>
              <a:rPr lang="de-DE" sz="2000" dirty="0" err="1"/>
              <a:t>paper</a:t>
            </a:r>
            <a:endParaRPr lang="de-DE" sz="2000" dirty="0"/>
          </a:p>
          <a:p>
            <a:pPr lvl="2"/>
            <a:r>
              <a:rPr lang="de-DE" sz="1800" dirty="0" err="1"/>
              <a:t>Give</a:t>
            </a:r>
            <a:r>
              <a:rPr lang="de-DE" sz="1800" dirty="0"/>
              <a:t> </a:t>
            </a:r>
            <a:r>
              <a:rPr lang="de-DE" sz="1800" dirty="0" err="1"/>
              <a:t>the</a:t>
            </a:r>
            <a:r>
              <a:rPr lang="de-DE" sz="1800" dirty="0"/>
              <a:t> </a:t>
            </a:r>
            <a:r>
              <a:rPr lang="de-DE" sz="1800" dirty="0" err="1"/>
              <a:t>old</a:t>
            </a:r>
            <a:r>
              <a:rPr lang="de-DE" sz="1800" dirty="0"/>
              <a:t> </a:t>
            </a:r>
            <a:r>
              <a:rPr lang="de-DE" sz="1800" dirty="0" err="1"/>
              <a:t>dataset</a:t>
            </a:r>
            <a:r>
              <a:rPr lang="de-DE" sz="1800" dirty="0"/>
              <a:t> </a:t>
            </a:r>
            <a:r>
              <a:rPr lang="de-DE" sz="1800" dirty="0" err="1"/>
              <a:t>to</a:t>
            </a:r>
            <a:r>
              <a:rPr lang="de-DE" sz="1800" dirty="0"/>
              <a:t> LLaMA and </a:t>
            </a:r>
            <a:r>
              <a:rPr lang="de-DE" sz="1800" dirty="0" err="1"/>
              <a:t>generate</a:t>
            </a:r>
            <a:r>
              <a:rPr lang="de-DE" sz="1800" dirty="0"/>
              <a:t> </a:t>
            </a:r>
            <a:r>
              <a:rPr lang="de-DE" sz="1800" dirty="0" err="1"/>
              <a:t>new</a:t>
            </a:r>
            <a:r>
              <a:rPr lang="de-DE" sz="1800" dirty="0"/>
              <a:t> </a:t>
            </a:r>
            <a:r>
              <a:rPr lang="de-DE" sz="1800" dirty="0" err="1"/>
              <a:t>questions</a:t>
            </a:r>
            <a:endParaRPr lang="de-DE" sz="1800" dirty="0"/>
          </a:p>
          <a:p>
            <a:pPr lvl="2"/>
            <a:r>
              <a:rPr lang="de-DE" sz="1800" dirty="0"/>
              <a:t>Add </a:t>
            </a:r>
            <a:r>
              <a:rPr lang="de-DE" sz="1800" dirty="0" err="1"/>
              <a:t>questions</a:t>
            </a:r>
            <a:r>
              <a:rPr lang="de-DE" sz="1800" dirty="0"/>
              <a:t> with multiple </a:t>
            </a:r>
            <a:r>
              <a:rPr lang="de-DE" sz="1800" dirty="0" err="1"/>
              <a:t>events</a:t>
            </a:r>
            <a:endParaRPr lang="de-DE" sz="1800" dirty="0"/>
          </a:p>
          <a:p>
            <a:pPr lvl="2"/>
            <a:r>
              <a:rPr lang="de-DE" sz="1800" dirty="0"/>
              <a:t>Label </a:t>
            </a:r>
            <a:r>
              <a:rPr lang="de-DE" sz="1800" dirty="0" err="1"/>
              <a:t>questions</a:t>
            </a:r>
            <a:r>
              <a:rPr lang="de-DE" sz="1800" dirty="0"/>
              <a:t> with LLaMA</a:t>
            </a:r>
          </a:p>
          <a:p>
            <a:pPr lvl="2"/>
            <a:r>
              <a:rPr lang="de-DE" sz="1800" dirty="0"/>
              <a:t>Check </a:t>
            </a:r>
            <a:r>
              <a:rPr lang="de-DE" sz="1800" dirty="0" err="1"/>
              <a:t>dataset</a:t>
            </a:r>
            <a:r>
              <a:rPr lang="de-DE" sz="1800" dirty="0"/>
              <a:t> with LLM (Gemini </a:t>
            </a:r>
            <a:r>
              <a:rPr lang="de-DE" sz="1800" dirty="0" err="1"/>
              <a:t>free</a:t>
            </a:r>
            <a:r>
              <a:rPr lang="de-DE" sz="1800" dirty="0"/>
              <a:t> </a:t>
            </a:r>
            <a:r>
              <a:rPr lang="de-DE" sz="1800" dirty="0" err="1"/>
              <a:t>tier</a:t>
            </a:r>
            <a:r>
              <a:rPr lang="de-DE" sz="1800" dirty="0"/>
              <a:t> </a:t>
            </a:r>
            <a:r>
              <a:rPr lang="de-DE" sz="1800" dirty="0" err="1"/>
              <a:t>api</a:t>
            </a:r>
            <a:r>
              <a:rPr lang="de-DE" sz="1800" dirty="0"/>
              <a:t> ?)</a:t>
            </a:r>
          </a:p>
          <a:p>
            <a:r>
              <a:rPr lang="de-DE" sz="2400" dirty="0" err="1"/>
              <a:t>Better</a:t>
            </a:r>
            <a:r>
              <a:rPr lang="de-DE" sz="2400" dirty="0"/>
              <a:t> </a:t>
            </a:r>
            <a:r>
              <a:rPr lang="de-DE" sz="2400" dirty="0" err="1"/>
              <a:t>label</a:t>
            </a:r>
            <a:r>
              <a:rPr lang="de-DE" sz="2400" dirty="0"/>
              <a:t> </a:t>
            </a:r>
            <a:r>
              <a:rPr lang="de-DE" sz="2400" dirty="0" err="1"/>
              <a:t>set</a:t>
            </a:r>
            <a:endParaRPr lang="de-DE" sz="2400" dirty="0"/>
          </a:p>
          <a:p>
            <a:pPr lvl="1"/>
            <a:r>
              <a:rPr lang="de-DE" sz="2000" dirty="0"/>
              <a:t>New </a:t>
            </a:r>
            <a:r>
              <a:rPr lang="de-DE" sz="2000" dirty="0" err="1"/>
              <a:t>label</a:t>
            </a:r>
            <a:r>
              <a:rPr lang="de-DE" sz="2000" dirty="0"/>
              <a:t> : </a:t>
            </a:r>
            <a:r>
              <a:rPr lang="de-DE" sz="2000" dirty="0" err="1"/>
              <a:t>few_seconds</a:t>
            </a:r>
            <a:endParaRPr lang="de-DE" sz="2000" dirty="0"/>
          </a:p>
          <a:p>
            <a:pPr lvl="1"/>
            <a:r>
              <a:rPr lang="de-DE" sz="2000" dirty="0"/>
              <a:t>Multidimensional Labels</a:t>
            </a:r>
          </a:p>
          <a:p>
            <a:pPr lvl="2"/>
            <a:r>
              <a:rPr lang="de-DE" sz="1800" dirty="0" err="1"/>
              <a:t>Dependent</a:t>
            </a:r>
            <a:r>
              <a:rPr lang="de-DE" sz="1800" dirty="0"/>
              <a:t> on multiple </a:t>
            </a:r>
            <a:r>
              <a:rPr lang="de-DE" sz="1800" dirty="0" err="1"/>
              <a:t>events</a:t>
            </a:r>
            <a:endParaRPr lang="de-DE" sz="1800" dirty="0"/>
          </a:p>
          <a:p>
            <a:pPr lvl="1"/>
            <a:r>
              <a:rPr lang="de-DE" sz="2000" dirty="0"/>
              <a:t>Dynamic Labels </a:t>
            </a:r>
            <a:r>
              <a:rPr lang="de-DE" sz="2000" dirty="0" err="1"/>
              <a:t>for</a:t>
            </a:r>
            <a:r>
              <a:rPr lang="de-DE" sz="2000" dirty="0"/>
              <a:t> time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328A4FB-24E4-A7D3-120A-A2FC7394D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Dataset </a:t>
            </a:r>
            <a:r>
              <a:rPr lang="de-DE" dirty="0" err="1"/>
              <a:t>creation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9D0C78-AABE-BC97-94C5-B546BD23D2A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/>
              <a:t>(Add slide number)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F772B8A-3944-D1A5-AB17-099B4114F01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de-DE"/>
              <a:t>Seminar mit Bachelorarbeit, 28.10.2025</a:t>
            </a:r>
          </a:p>
        </p:txBody>
      </p:sp>
    </p:spTree>
    <p:extLst>
      <p:ext uri="{BB962C8B-B14F-4D97-AF65-F5344CB8AC3E}">
        <p14:creationId xmlns:p14="http://schemas.microsoft.com/office/powerpoint/2010/main" val="13429853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252AD-59FB-1062-79FD-44E841D6C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358A1740-7B3D-8AA4-7BFF-AD6C7DF79E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599" y="1600201"/>
            <a:ext cx="10731415" cy="4525963"/>
          </a:xfrm>
        </p:spPr>
        <p:txBody>
          <a:bodyPr/>
          <a:lstStyle/>
          <a:p>
            <a:r>
              <a:rPr lang="de-DE" dirty="0"/>
              <a:t>General </a:t>
            </a:r>
            <a:r>
              <a:rPr lang="de-DE" dirty="0" err="1"/>
              <a:t>models</a:t>
            </a:r>
            <a:endParaRPr lang="de-DE" dirty="0"/>
          </a:p>
          <a:p>
            <a:pPr lvl="1"/>
            <a:r>
              <a:rPr lang="de-DE" dirty="0"/>
              <a:t>Run via </a:t>
            </a:r>
            <a:r>
              <a:rPr lang="de-DE" dirty="0" err="1"/>
              <a:t>pytorch</a:t>
            </a:r>
            <a:r>
              <a:rPr lang="de-DE" dirty="0"/>
              <a:t> </a:t>
            </a:r>
            <a:r>
              <a:rPr lang="de-DE" dirty="0" err="1"/>
              <a:t>locally</a:t>
            </a:r>
            <a:endParaRPr lang="de-DE" dirty="0"/>
          </a:p>
          <a:p>
            <a:pPr lvl="1"/>
            <a:r>
              <a:rPr lang="de-DE" dirty="0"/>
              <a:t>Same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paper</a:t>
            </a:r>
            <a:r>
              <a:rPr lang="de-DE" dirty="0"/>
              <a:t> ?</a:t>
            </a:r>
          </a:p>
          <a:p>
            <a:pPr lvl="2"/>
            <a:r>
              <a:rPr lang="de-DE" dirty="0" err="1"/>
              <a:t>mistral</a:t>
            </a:r>
            <a:endParaRPr lang="de-DE" dirty="0"/>
          </a:p>
          <a:p>
            <a:r>
              <a:rPr lang="de-DE" dirty="0" err="1"/>
              <a:t>Finetuned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lvl="1"/>
            <a:r>
              <a:rPr lang="de-DE" dirty="0"/>
              <a:t>Parameter-</a:t>
            </a:r>
            <a:r>
              <a:rPr lang="de-DE" dirty="0" err="1"/>
              <a:t>Efficient</a:t>
            </a:r>
            <a:r>
              <a:rPr lang="de-DE" dirty="0"/>
              <a:t> Fine-Tuning (PEFT)</a:t>
            </a:r>
          </a:p>
          <a:p>
            <a:pPr lvl="1"/>
            <a:r>
              <a:rPr lang="de-DE" dirty="0" err="1"/>
              <a:t>LoRA</a:t>
            </a:r>
            <a:endParaRPr lang="de-DE" dirty="0"/>
          </a:p>
          <a:p>
            <a:pPr lvl="1"/>
            <a:r>
              <a:rPr lang="de-DE" dirty="0"/>
              <a:t>Not </a:t>
            </a:r>
            <a:r>
              <a:rPr lang="de-DE" dirty="0" err="1"/>
              <a:t>sure</a:t>
            </a:r>
            <a:r>
              <a:rPr lang="de-DE" dirty="0"/>
              <a:t> </a:t>
            </a:r>
            <a:r>
              <a:rPr lang="de-DE" dirty="0" err="1"/>
              <a:t>yet</a:t>
            </a:r>
            <a:r>
              <a:rPr lang="de-DE" dirty="0"/>
              <a:t>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lvl="2"/>
            <a:r>
              <a:rPr lang="de-DE" dirty="0"/>
              <a:t>Mistral ? </a:t>
            </a:r>
          </a:p>
          <a:p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AE35F469-F79A-223F-0ADA-24246292F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LLM´s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D14B392-03CE-BB61-73D9-BE1B68FC95E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/>
              <a:t>(Add slide number)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DE94CF1-22E7-9916-9393-1E5ABB64294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de-DE"/>
              <a:t>Seminar mit Bachelorarbeit, 28.10.2025</a:t>
            </a:r>
          </a:p>
        </p:txBody>
      </p:sp>
    </p:spTree>
    <p:extLst>
      <p:ext uri="{BB962C8B-B14F-4D97-AF65-F5344CB8AC3E}">
        <p14:creationId xmlns:p14="http://schemas.microsoft.com/office/powerpoint/2010/main" val="6153482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E2F9AA22-E2CE-DFE0-85DF-6805D69AAA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Harder </a:t>
            </a:r>
            <a:r>
              <a:rPr lang="de-DE" dirty="0" err="1"/>
              <a:t>questions</a:t>
            </a:r>
            <a:r>
              <a:rPr lang="de-DE" dirty="0"/>
              <a:t>+ </a:t>
            </a:r>
            <a:r>
              <a:rPr lang="de-DE" dirty="0" err="1"/>
              <a:t>multievent</a:t>
            </a:r>
            <a:r>
              <a:rPr lang="de-DE" dirty="0"/>
              <a:t> </a:t>
            </a:r>
            <a:r>
              <a:rPr lang="de-DE" dirty="0" err="1"/>
              <a:t>questions</a:t>
            </a:r>
            <a:endParaRPr lang="de-DE" dirty="0"/>
          </a:p>
          <a:p>
            <a:pPr lvl="1"/>
            <a:r>
              <a:rPr lang="de-DE" dirty="0"/>
              <a:t>Generate </a:t>
            </a:r>
            <a:r>
              <a:rPr lang="de-DE" dirty="0" err="1"/>
              <a:t>questions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way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paper</a:t>
            </a:r>
            <a:endParaRPr lang="de-DE" dirty="0"/>
          </a:p>
          <a:p>
            <a:pPr lvl="2"/>
            <a:r>
              <a:rPr lang="de-DE" dirty="0" err="1"/>
              <a:t>Give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old</a:t>
            </a:r>
            <a:r>
              <a:rPr lang="de-DE" dirty="0"/>
              <a:t> </a:t>
            </a:r>
            <a:r>
              <a:rPr lang="de-DE" dirty="0" err="1"/>
              <a:t>dataset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LLaMA and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questions</a:t>
            </a:r>
            <a:endParaRPr lang="de-DE" dirty="0"/>
          </a:p>
          <a:p>
            <a:pPr lvl="2"/>
            <a:r>
              <a:rPr lang="de-DE" dirty="0"/>
              <a:t>Label with LLaMA</a:t>
            </a:r>
          </a:p>
          <a:p>
            <a:pPr lvl="2"/>
            <a:r>
              <a:rPr lang="de-DE" dirty="0"/>
              <a:t>Check with Gemini </a:t>
            </a:r>
            <a:r>
              <a:rPr lang="de-DE" dirty="0" err="1"/>
              <a:t>free</a:t>
            </a:r>
            <a:r>
              <a:rPr lang="de-DE" dirty="0"/>
              <a:t> </a:t>
            </a:r>
            <a:r>
              <a:rPr lang="de-DE" dirty="0" err="1"/>
              <a:t>tier</a:t>
            </a:r>
            <a:r>
              <a:rPr lang="de-DE" dirty="0"/>
              <a:t> </a:t>
            </a:r>
            <a:r>
              <a:rPr lang="de-DE" dirty="0" err="1"/>
              <a:t>api</a:t>
            </a:r>
            <a:r>
              <a:rPr lang="de-DE" dirty="0"/>
              <a:t> ? </a:t>
            </a:r>
          </a:p>
          <a:p>
            <a:pPr lvl="1"/>
            <a:r>
              <a:rPr lang="de-DE" dirty="0" err="1"/>
              <a:t>Additionally</a:t>
            </a:r>
            <a:r>
              <a:rPr lang="de-DE" dirty="0"/>
              <a:t> :</a:t>
            </a:r>
          </a:p>
          <a:p>
            <a:pPr lvl="2"/>
            <a:r>
              <a:rPr lang="de-DE" dirty="0"/>
              <a:t>Multievent</a:t>
            </a:r>
          </a:p>
          <a:p>
            <a:pPr lvl="2"/>
            <a:endParaRPr lang="de-DE" dirty="0"/>
          </a:p>
          <a:p>
            <a:pPr lvl="2"/>
            <a:endParaRPr lang="de-DE" dirty="0"/>
          </a:p>
          <a:p>
            <a:pPr lvl="2"/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8118C6C-C269-61F0-812D-A5B2BC9ECB0D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label</a:t>
            </a:r>
            <a:r>
              <a:rPr lang="de-DE" dirty="0"/>
              <a:t> </a:t>
            </a:r>
            <a:r>
              <a:rPr lang="de-DE" dirty="0" err="1"/>
              <a:t>set</a:t>
            </a:r>
            <a:endParaRPr lang="de-DE" dirty="0"/>
          </a:p>
          <a:p>
            <a:pPr lvl="1"/>
            <a:r>
              <a:rPr lang="de-DE" dirty="0"/>
              <a:t>New </a:t>
            </a:r>
            <a:r>
              <a:rPr lang="de-DE" dirty="0" err="1"/>
              <a:t>label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 </a:t>
            </a:r>
            <a:r>
              <a:rPr lang="de-DE" dirty="0" err="1"/>
              <a:t>few_seconds</a:t>
            </a:r>
            <a:endParaRPr lang="de-DE" dirty="0"/>
          </a:p>
          <a:p>
            <a:pPr lvl="1"/>
            <a:r>
              <a:rPr lang="de-DE" dirty="0"/>
              <a:t>Multidimensional Labels</a:t>
            </a:r>
          </a:p>
          <a:p>
            <a:pPr lvl="2"/>
            <a:r>
              <a:rPr lang="de-DE" dirty="0"/>
              <a:t> </a:t>
            </a:r>
            <a:r>
              <a:rPr lang="de-DE" dirty="0" err="1"/>
              <a:t>Dependent</a:t>
            </a:r>
            <a:r>
              <a:rPr lang="de-DE" dirty="0"/>
              <a:t> on multiple </a:t>
            </a:r>
            <a:r>
              <a:rPr lang="de-DE" dirty="0" err="1"/>
              <a:t>events</a:t>
            </a:r>
            <a:endParaRPr lang="de-DE" dirty="0"/>
          </a:p>
          <a:p>
            <a:pPr lvl="1"/>
            <a:r>
              <a:rPr lang="de-DE" dirty="0"/>
              <a:t>Dynamic Labels </a:t>
            </a:r>
            <a:r>
              <a:rPr lang="de-DE" dirty="0" err="1"/>
              <a:t>for</a:t>
            </a:r>
            <a:r>
              <a:rPr lang="de-DE" dirty="0"/>
              <a:t> time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7C04A41-C509-FD29-54BF-AFD60387E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Way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create</a:t>
            </a:r>
            <a:r>
              <a:rPr lang="de-DE" dirty="0"/>
              <a:t> </a:t>
            </a:r>
            <a:r>
              <a:rPr lang="de-DE" dirty="0" err="1"/>
              <a:t>questions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B8974D1-1C60-E1E0-F884-1EB4230D6A7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/>
              <a:t>(Add slide number)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A41D2BE-A128-E34D-6064-81C5FF2B91F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de-DE" dirty="0"/>
              <a:t>28.10.2025</a:t>
            </a:r>
          </a:p>
        </p:txBody>
      </p:sp>
    </p:spTree>
    <p:extLst>
      <p:ext uri="{BB962C8B-B14F-4D97-AF65-F5344CB8AC3E}">
        <p14:creationId xmlns:p14="http://schemas.microsoft.com/office/powerpoint/2010/main" val="37187976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2DCC9F9D-2FF2-1621-03AD-AE18EA3951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General </a:t>
            </a:r>
            <a:r>
              <a:rPr lang="de-DE" dirty="0" err="1"/>
              <a:t>models</a:t>
            </a:r>
            <a:endParaRPr lang="de-DE" dirty="0"/>
          </a:p>
          <a:p>
            <a:pPr lvl="1"/>
            <a:r>
              <a:rPr lang="de-DE" dirty="0" err="1"/>
              <a:t>pytorch</a:t>
            </a:r>
            <a:r>
              <a:rPr lang="de-DE" dirty="0"/>
              <a:t> </a:t>
            </a:r>
            <a:r>
              <a:rPr lang="de-DE" dirty="0" err="1"/>
              <a:t>locally</a:t>
            </a:r>
            <a:r>
              <a:rPr lang="de-DE" dirty="0"/>
              <a:t> ? </a:t>
            </a:r>
          </a:p>
          <a:p>
            <a:pPr lvl="1"/>
            <a:r>
              <a:rPr lang="de-DE" dirty="0"/>
              <a:t>Same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paper</a:t>
            </a:r>
            <a:r>
              <a:rPr lang="de-DE" dirty="0"/>
              <a:t> ? </a:t>
            </a:r>
          </a:p>
          <a:p>
            <a:pPr lvl="1"/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should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do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pc</a:t>
            </a:r>
            <a:r>
              <a:rPr lang="de-DE" dirty="0"/>
              <a:t> not strong enough? </a:t>
            </a:r>
          </a:p>
          <a:p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C52309B-83D4-0144-63C5-5593AC0A823F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de-DE" dirty="0" err="1"/>
              <a:t>Finetuned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lvl="1"/>
            <a:r>
              <a:rPr lang="de-DE" dirty="0"/>
              <a:t>Parameter-</a:t>
            </a:r>
            <a:r>
              <a:rPr lang="de-DE" dirty="0" err="1"/>
              <a:t>Efficient</a:t>
            </a:r>
            <a:r>
              <a:rPr lang="de-DE" dirty="0"/>
              <a:t> Fine-Tuning (PEFT)</a:t>
            </a:r>
          </a:p>
          <a:p>
            <a:pPr lvl="1"/>
            <a:r>
              <a:rPr lang="de-DE" dirty="0" err="1"/>
              <a:t>LoRA</a:t>
            </a:r>
            <a:endParaRPr lang="de-DE" dirty="0"/>
          </a:p>
          <a:p>
            <a:pPr lvl="1"/>
            <a:endParaRPr lang="de-DE" dirty="0"/>
          </a:p>
          <a:p>
            <a:pPr lvl="1"/>
            <a:r>
              <a:rPr lang="de-DE" dirty="0"/>
              <a:t>Not </a:t>
            </a:r>
            <a:r>
              <a:rPr lang="de-DE" dirty="0" err="1"/>
              <a:t>sure</a:t>
            </a:r>
            <a:r>
              <a:rPr lang="de-DE" dirty="0"/>
              <a:t> </a:t>
            </a:r>
            <a:r>
              <a:rPr lang="de-DE" dirty="0" err="1"/>
              <a:t>yet</a:t>
            </a:r>
            <a:r>
              <a:rPr lang="de-DE" dirty="0"/>
              <a:t>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lvl="2"/>
            <a:r>
              <a:rPr lang="de-DE" dirty="0"/>
              <a:t>Mistral ? 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4A8C0683-EB45-BF89-CC9E-7349BB786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on </a:t>
            </a:r>
            <a:r>
              <a:rPr lang="de-DE" dirty="0" err="1"/>
              <a:t>LLM´s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BC5D195-5567-6547-1E1E-ADBEDD8C60A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/>
              <a:t>(Add slide number)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C49F7DD-0C67-7C20-EBDD-E181DA1B3DC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de-DE"/>
              <a:t>Seminar mit Bachelorarbeit, 28.10.2025</a:t>
            </a:r>
          </a:p>
        </p:txBody>
      </p:sp>
    </p:spTree>
    <p:extLst>
      <p:ext uri="{BB962C8B-B14F-4D97-AF65-F5344CB8AC3E}">
        <p14:creationId xmlns:p14="http://schemas.microsoft.com/office/powerpoint/2010/main" val="1279758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9"/>
          <p:cNvSpPr txBox="1">
            <a:spLocks noGrp="1"/>
          </p:cNvSpPr>
          <p:nvPr>
            <p:ph type="title"/>
          </p:nvPr>
        </p:nvSpPr>
        <p:spPr>
          <a:xfrm>
            <a:off x="609600" y="31991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D3455"/>
              </a:buClr>
              <a:buSzPts val="3200"/>
              <a:buFont typeface="Calibri"/>
              <a:buNone/>
            </a:pPr>
            <a:r>
              <a:rPr lang="en-US"/>
              <a:t>Questions?</a:t>
            </a:r>
            <a:endParaRPr lang="en-US" dirty="0"/>
          </a:p>
        </p:txBody>
      </p:sp>
      <p:sp>
        <p:nvSpPr>
          <p:cNvPr id="157" name="Google Shape;157;p9"/>
          <p:cNvSpPr txBox="1">
            <a:spLocks noGrp="1"/>
          </p:cNvSpPr>
          <p:nvPr>
            <p:ph type="ftr" idx="11"/>
          </p:nvPr>
        </p:nvSpPr>
        <p:spPr>
          <a:xfrm>
            <a:off x="3631389" y="6520260"/>
            <a:ext cx="50027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28.10.2025</a:t>
            </a:r>
          </a:p>
        </p:txBody>
      </p:sp>
      <p:pic>
        <p:nvPicPr>
          <p:cNvPr id="158" name="Google Shape;158;p9" descr="Fragen Kostenloses Stock Bild - Public Domain Pictures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63075" y="2005216"/>
            <a:ext cx="5857875" cy="37719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32447A0-45BE-B627-E897-66BAE1BFD16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(13)</a:t>
            </a:r>
          </a:p>
        </p:txBody>
      </p:sp>
      <p:sp>
        <p:nvSpPr>
          <p:cNvPr id="4" name="RS_Classification">
            <a:extLst>
              <a:ext uri="{FF2B5EF4-FFF2-40B4-BE49-F238E27FC236}">
                <a16:creationId xmlns:a16="http://schemas.microsoft.com/office/drawing/2014/main" id="{C84E2C2A-8D2B-393C-F34F-D38D87E4583C}"/>
              </a:ext>
            </a:extLst>
          </p:cNvPr>
          <p:cNvSpPr txBox="1"/>
          <p:nvPr/>
        </p:nvSpPr>
        <p:spPr>
          <a:xfrm>
            <a:off x="11993228" y="6289521"/>
            <a:ext cx="198772" cy="212879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vert="horz" wrap="none" lIns="76200" tIns="36830" rIns="76200" bIns="36830" rtlCol="0" anchor="ctr">
            <a:spAutoFit/>
          </a:bodyPr>
          <a:lstStyle/>
          <a:p>
            <a:r>
              <a:rPr lang="en-US" sz="900" b="1" kern="900" spc="100"/>
              <a:t> </a:t>
            </a:r>
            <a:endParaRPr lang="en-US" sz="900" b="1" kern="900" spc="100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S_CLASSIFICATION_RESETFORMATTING" val="True"/>
</p:tagLst>
</file>

<file path=ppt/theme/theme1.xml><?xml version="1.0" encoding="utf-8"?>
<a:theme xmlns:a="http://schemas.openxmlformats.org/drawingml/2006/main" name="Larissa-Design">
  <a:themeElements>
    <a:clrScheme name="Larissa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262</Words>
  <Application>Microsoft Office PowerPoint</Application>
  <PresentationFormat>Breitbild</PresentationFormat>
  <Paragraphs>63</Paragraphs>
  <Slides>6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0" baseType="lpstr">
      <vt:lpstr>Arial</vt:lpstr>
      <vt:lpstr>Calibri</vt:lpstr>
      <vt:lpstr>Noto Sans Symbols</vt:lpstr>
      <vt:lpstr>Larissa-Design</vt:lpstr>
      <vt:lpstr>PowerPoint-Präsentation</vt:lpstr>
      <vt:lpstr>Dataset creation</vt:lpstr>
      <vt:lpstr>Evaluation of LLM´s</vt:lpstr>
      <vt:lpstr>Way to create questions</vt:lpstr>
      <vt:lpstr>Evaluation on LLM´s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matse</dc:creator>
  <cp:lastModifiedBy>Peter Schulze</cp:lastModifiedBy>
  <cp:revision>22</cp:revision>
  <dcterms:created xsi:type="dcterms:W3CDTF">2014-02-09T14:50:05Z</dcterms:created>
  <dcterms:modified xsi:type="dcterms:W3CDTF">2025-11-11T23:24:59Z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764cdcd-3664-4d05-9615-7cbf65a4f0a8_Enabled">
    <vt:lpwstr>true</vt:lpwstr>
  </property>
  <property fmtid="{D5CDD505-2E9C-101B-9397-08002B2CF9AE}" pid="3" name="MSIP_Label_9764cdcd-3664-4d05-9615-7cbf65a4f0a8_SetDate">
    <vt:lpwstr>2025-10-27T20:45:18Z</vt:lpwstr>
  </property>
  <property fmtid="{D5CDD505-2E9C-101B-9397-08002B2CF9AE}" pid="4" name="MSIP_Label_9764cdcd-3664-4d05-9615-7cbf65a4f0a8_Method">
    <vt:lpwstr>Privileged</vt:lpwstr>
  </property>
  <property fmtid="{D5CDD505-2E9C-101B-9397-08002B2CF9AE}" pid="5" name="MSIP_Label_9764cdcd-3664-4d05-9615-7cbf65a4f0a8_Name">
    <vt:lpwstr>UNRESTRICTED</vt:lpwstr>
  </property>
  <property fmtid="{D5CDD505-2E9C-101B-9397-08002B2CF9AE}" pid="6" name="MSIP_Label_9764cdcd-3664-4d05-9615-7cbf65a4f0a8_SiteId">
    <vt:lpwstr>74bddbd9-705c-456e-aabd-99beb719a2b2</vt:lpwstr>
  </property>
  <property fmtid="{D5CDD505-2E9C-101B-9397-08002B2CF9AE}" pid="7" name="MSIP_Label_9764cdcd-3664-4d05-9615-7cbf65a4f0a8_ActionId">
    <vt:lpwstr>2bf74472-9bda-45c6-90a9-d5719707c62e</vt:lpwstr>
  </property>
  <property fmtid="{D5CDD505-2E9C-101B-9397-08002B2CF9AE}" pid="8" name="MSIP_Label_9764cdcd-3664-4d05-9615-7cbf65a4f0a8_ContentBits">
    <vt:lpwstr>0</vt:lpwstr>
  </property>
  <property fmtid="{D5CDD505-2E9C-101B-9397-08002B2CF9AE}" pid="9" name="MSIP_Label_9764cdcd-3664-4d05-9615-7cbf65a4f0a8_Tag">
    <vt:lpwstr>10, 0, 1, 1</vt:lpwstr>
  </property>
</Properties>
</file>